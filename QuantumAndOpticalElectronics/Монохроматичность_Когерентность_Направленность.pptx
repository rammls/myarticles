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0693400" cy="5937250"/>
  <p:notesSz cx="10693400" cy="59372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78" y="11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1840547"/>
            <a:ext cx="9089390" cy="124682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3324860"/>
            <a:ext cx="7485380" cy="1484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365567"/>
            <a:ext cx="4651629" cy="39185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365567"/>
            <a:ext cx="4651629" cy="39185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4670" y="237490"/>
            <a:ext cx="9624060" cy="949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365567"/>
            <a:ext cx="9624060" cy="39185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5521642"/>
            <a:ext cx="3421888" cy="2968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5521642"/>
            <a:ext cx="2459482" cy="2968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5521642"/>
            <a:ext cx="2459482" cy="2968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0692130" cy="5935345"/>
            <a:chOff x="0" y="0"/>
            <a:chExt cx="10692130" cy="593534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0692000" cy="593528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9911" y="5237014"/>
              <a:ext cx="1646555" cy="666750"/>
            </a:xfrm>
            <a:custGeom>
              <a:avLst/>
              <a:gdLst/>
              <a:ahLst/>
              <a:cxnLst/>
              <a:rect l="l" t="t" r="r" b="b"/>
              <a:pathLst>
                <a:path w="1646555" h="666750">
                  <a:moveTo>
                    <a:pt x="1646340" y="0"/>
                  </a:moveTo>
                  <a:lnTo>
                    <a:pt x="0" y="0"/>
                  </a:lnTo>
                  <a:lnTo>
                    <a:pt x="0" y="666125"/>
                  </a:lnTo>
                  <a:lnTo>
                    <a:pt x="1646340" y="666125"/>
                  </a:lnTo>
                  <a:lnTo>
                    <a:pt x="1646340" y="0"/>
                  </a:lnTo>
                  <a:close/>
                </a:path>
              </a:pathLst>
            </a:custGeom>
            <a:solidFill>
              <a:srgbClr val="0B42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9911" y="5237014"/>
              <a:ext cx="1646555" cy="666750"/>
            </a:xfrm>
            <a:custGeom>
              <a:avLst/>
              <a:gdLst/>
              <a:ahLst/>
              <a:cxnLst/>
              <a:rect l="l" t="t" r="r" b="b"/>
              <a:pathLst>
                <a:path w="1646555" h="666750">
                  <a:moveTo>
                    <a:pt x="0" y="0"/>
                  </a:moveTo>
                  <a:lnTo>
                    <a:pt x="1646340" y="0"/>
                  </a:lnTo>
                  <a:lnTo>
                    <a:pt x="1646340" y="666125"/>
                  </a:lnTo>
                  <a:lnTo>
                    <a:pt x="0" y="666125"/>
                  </a:lnTo>
                  <a:lnTo>
                    <a:pt x="0" y="0"/>
                  </a:lnTo>
                  <a:close/>
                </a:path>
              </a:pathLst>
            </a:custGeom>
            <a:ln w="7199">
              <a:solidFill>
                <a:srgbClr val="0B42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2587" y="179347"/>
            <a:ext cx="10619740" cy="5761990"/>
            <a:chOff x="-2587" y="179347"/>
            <a:chExt cx="10619740" cy="57619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495" y="179347"/>
              <a:ext cx="10543583" cy="573912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012" y="5271394"/>
              <a:ext cx="1646555" cy="666750"/>
            </a:xfrm>
            <a:custGeom>
              <a:avLst/>
              <a:gdLst/>
              <a:ahLst/>
              <a:cxnLst/>
              <a:rect l="l" t="t" r="r" b="b"/>
              <a:pathLst>
                <a:path w="1646555" h="666750">
                  <a:moveTo>
                    <a:pt x="1646340" y="0"/>
                  </a:moveTo>
                  <a:lnTo>
                    <a:pt x="0" y="0"/>
                  </a:lnTo>
                  <a:lnTo>
                    <a:pt x="0" y="666125"/>
                  </a:lnTo>
                  <a:lnTo>
                    <a:pt x="1646340" y="666125"/>
                  </a:lnTo>
                  <a:lnTo>
                    <a:pt x="16463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12" y="5271394"/>
              <a:ext cx="1646555" cy="666750"/>
            </a:xfrm>
            <a:custGeom>
              <a:avLst/>
              <a:gdLst/>
              <a:ahLst/>
              <a:cxnLst/>
              <a:rect l="l" t="t" r="r" b="b"/>
              <a:pathLst>
                <a:path w="1646555" h="666750">
                  <a:moveTo>
                    <a:pt x="0" y="0"/>
                  </a:moveTo>
                  <a:lnTo>
                    <a:pt x="1646340" y="0"/>
                  </a:lnTo>
                  <a:lnTo>
                    <a:pt x="1646340" y="666125"/>
                  </a:lnTo>
                  <a:lnTo>
                    <a:pt x="0" y="666125"/>
                  </a:lnTo>
                  <a:lnTo>
                    <a:pt x="0" y="0"/>
                  </a:lnTo>
                  <a:close/>
                </a:path>
              </a:pathLst>
            </a:custGeom>
            <a:ln w="71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824"/>
            <a:ext cx="10692130" cy="5934710"/>
            <a:chOff x="0" y="824"/>
            <a:chExt cx="10692130" cy="59347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824"/>
              <a:ext cx="10692000" cy="593445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9911" y="5237014"/>
              <a:ext cx="1646555" cy="666750"/>
            </a:xfrm>
            <a:custGeom>
              <a:avLst/>
              <a:gdLst/>
              <a:ahLst/>
              <a:cxnLst/>
              <a:rect l="l" t="t" r="r" b="b"/>
              <a:pathLst>
                <a:path w="1646555" h="666750">
                  <a:moveTo>
                    <a:pt x="1646340" y="0"/>
                  </a:moveTo>
                  <a:lnTo>
                    <a:pt x="0" y="0"/>
                  </a:lnTo>
                  <a:lnTo>
                    <a:pt x="0" y="666125"/>
                  </a:lnTo>
                  <a:lnTo>
                    <a:pt x="1646340" y="666125"/>
                  </a:lnTo>
                  <a:lnTo>
                    <a:pt x="1646340" y="0"/>
                  </a:lnTo>
                  <a:close/>
                </a:path>
              </a:pathLst>
            </a:custGeom>
            <a:solidFill>
              <a:srgbClr val="0B42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9911" y="5237014"/>
              <a:ext cx="1646555" cy="666750"/>
            </a:xfrm>
            <a:custGeom>
              <a:avLst/>
              <a:gdLst/>
              <a:ahLst/>
              <a:cxnLst/>
              <a:rect l="l" t="t" r="r" b="b"/>
              <a:pathLst>
                <a:path w="1646555" h="666750">
                  <a:moveTo>
                    <a:pt x="0" y="0"/>
                  </a:moveTo>
                  <a:lnTo>
                    <a:pt x="1646340" y="0"/>
                  </a:lnTo>
                  <a:lnTo>
                    <a:pt x="1646340" y="666125"/>
                  </a:lnTo>
                  <a:lnTo>
                    <a:pt x="0" y="666125"/>
                  </a:lnTo>
                  <a:lnTo>
                    <a:pt x="0" y="0"/>
                  </a:lnTo>
                  <a:close/>
                </a:path>
              </a:pathLst>
            </a:custGeom>
            <a:ln w="7199">
              <a:solidFill>
                <a:srgbClr val="0B42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335"/>
            <a:ext cx="10688320" cy="5929630"/>
            <a:chOff x="0" y="335"/>
            <a:chExt cx="10688320" cy="592963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335"/>
              <a:ext cx="10687966" cy="592926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9911" y="5237014"/>
              <a:ext cx="1646555" cy="666750"/>
            </a:xfrm>
            <a:custGeom>
              <a:avLst/>
              <a:gdLst/>
              <a:ahLst/>
              <a:cxnLst/>
              <a:rect l="l" t="t" r="r" b="b"/>
              <a:pathLst>
                <a:path w="1646555" h="666750">
                  <a:moveTo>
                    <a:pt x="1646340" y="0"/>
                  </a:moveTo>
                  <a:lnTo>
                    <a:pt x="0" y="0"/>
                  </a:lnTo>
                  <a:lnTo>
                    <a:pt x="0" y="666125"/>
                  </a:lnTo>
                  <a:lnTo>
                    <a:pt x="1646340" y="666125"/>
                  </a:lnTo>
                  <a:lnTo>
                    <a:pt x="1646340" y="0"/>
                  </a:lnTo>
                  <a:close/>
                </a:path>
              </a:pathLst>
            </a:custGeom>
            <a:solidFill>
              <a:srgbClr val="E0FF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9911" y="5237014"/>
              <a:ext cx="1646555" cy="666750"/>
            </a:xfrm>
            <a:custGeom>
              <a:avLst/>
              <a:gdLst/>
              <a:ahLst/>
              <a:cxnLst/>
              <a:rect l="l" t="t" r="r" b="b"/>
              <a:pathLst>
                <a:path w="1646555" h="666750">
                  <a:moveTo>
                    <a:pt x="0" y="0"/>
                  </a:moveTo>
                  <a:lnTo>
                    <a:pt x="1646340" y="0"/>
                  </a:lnTo>
                  <a:lnTo>
                    <a:pt x="1646340" y="666125"/>
                  </a:lnTo>
                  <a:lnTo>
                    <a:pt x="0" y="666125"/>
                  </a:lnTo>
                  <a:lnTo>
                    <a:pt x="0" y="0"/>
                  </a:lnTo>
                  <a:close/>
                </a:path>
              </a:pathLst>
            </a:custGeom>
            <a:ln w="7199">
              <a:solidFill>
                <a:srgbClr val="E0FFC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0692130" cy="5935345"/>
            <a:chOff x="0" y="0"/>
            <a:chExt cx="10692130" cy="593534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0692000" cy="593528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9911" y="5237014"/>
              <a:ext cx="1646555" cy="666750"/>
            </a:xfrm>
            <a:custGeom>
              <a:avLst/>
              <a:gdLst/>
              <a:ahLst/>
              <a:cxnLst/>
              <a:rect l="l" t="t" r="r" b="b"/>
              <a:pathLst>
                <a:path w="1646555" h="666750">
                  <a:moveTo>
                    <a:pt x="1646340" y="0"/>
                  </a:moveTo>
                  <a:lnTo>
                    <a:pt x="0" y="0"/>
                  </a:lnTo>
                  <a:lnTo>
                    <a:pt x="0" y="666125"/>
                  </a:lnTo>
                  <a:lnTo>
                    <a:pt x="1646340" y="666125"/>
                  </a:lnTo>
                  <a:lnTo>
                    <a:pt x="1646340" y="0"/>
                  </a:lnTo>
                  <a:close/>
                </a:path>
              </a:pathLst>
            </a:custGeom>
            <a:solidFill>
              <a:srgbClr val="E0FF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9911" y="5237014"/>
              <a:ext cx="1646555" cy="666750"/>
            </a:xfrm>
            <a:custGeom>
              <a:avLst/>
              <a:gdLst/>
              <a:ahLst/>
              <a:cxnLst/>
              <a:rect l="l" t="t" r="r" b="b"/>
              <a:pathLst>
                <a:path w="1646555" h="666750">
                  <a:moveTo>
                    <a:pt x="0" y="0"/>
                  </a:moveTo>
                  <a:lnTo>
                    <a:pt x="1646340" y="0"/>
                  </a:lnTo>
                  <a:lnTo>
                    <a:pt x="1646340" y="666125"/>
                  </a:lnTo>
                  <a:lnTo>
                    <a:pt x="0" y="666125"/>
                  </a:lnTo>
                  <a:lnTo>
                    <a:pt x="0" y="0"/>
                  </a:lnTo>
                  <a:close/>
                </a:path>
              </a:pathLst>
            </a:custGeom>
            <a:ln w="7199">
              <a:solidFill>
                <a:srgbClr val="E0FFC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0683875" cy="5935345"/>
            <a:chOff x="0" y="0"/>
            <a:chExt cx="10683875" cy="593534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0683839" cy="5934921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9911" y="5310126"/>
              <a:ext cx="1353185" cy="547370"/>
            </a:xfrm>
            <a:custGeom>
              <a:avLst/>
              <a:gdLst/>
              <a:ahLst/>
              <a:cxnLst/>
              <a:rect l="l" t="t" r="r" b="b"/>
              <a:pathLst>
                <a:path w="1353185" h="547370">
                  <a:moveTo>
                    <a:pt x="1352688" y="0"/>
                  </a:moveTo>
                  <a:lnTo>
                    <a:pt x="0" y="0"/>
                  </a:lnTo>
                  <a:lnTo>
                    <a:pt x="0" y="547311"/>
                  </a:lnTo>
                  <a:lnTo>
                    <a:pt x="1352688" y="547311"/>
                  </a:lnTo>
                  <a:lnTo>
                    <a:pt x="1352688" y="0"/>
                  </a:lnTo>
                  <a:close/>
                </a:path>
              </a:pathLst>
            </a:custGeom>
            <a:solidFill>
              <a:srgbClr val="E0FF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9911" y="5310126"/>
              <a:ext cx="1353185" cy="547370"/>
            </a:xfrm>
            <a:custGeom>
              <a:avLst/>
              <a:gdLst/>
              <a:ahLst/>
              <a:cxnLst/>
              <a:rect l="l" t="t" r="r" b="b"/>
              <a:pathLst>
                <a:path w="1353185" h="547370">
                  <a:moveTo>
                    <a:pt x="0" y="0"/>
                  </a:moveTo>
                  <a:lnTo>
                    <a:pt x="1352688" y="0"/>
                  </a:lnTo>
                  <a:lnTo>
                    <a:pt x="1352688" y="547311"/>
                  </a:lnTo>
                  <a:lnTo>
                    <a:pt x="0" y="547311"/>
                  </a:lnTo>
                  <a:lnTo>
                    <a:pt x="0" y="0"/>
                  </a:lnTo>
                  <a:close/>
                </a:path>
              </a:pathLst>
            </a:custGeom>
            <a:ln w="7199">
              <a:solidFill>
                <a:srgbClr val="E0FFC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423" y="0"/>
            <a:ext cx="10669905" cy="5935345"/>
            <a:chOff x="3423" y="0"/>
            <a:chExt cx="10669905" cy="593534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23" y="0"/>
              <a:ext cx="10669384" cy="593528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9910" y="5310126"/>
              <a:ext cx="1353185" cy="547370"/>
            </a:xfrm>
            <a:custGeom>
              <a:avLst/>
              <a:gdLst/>
              <a:ahLst/>
              <a:cxnLst/>
              <a:rect l="l" t="t" r="r" b="b"/>
              <a:pathLst>
                <a:path w="1353185" h="547370">
                  <a:moveTo>
                    <a:pt x="1352688" y="0"/>
                  </a:moveTo>
                  <a:lnTo>
                    <a:pt x="0" y="0"/>
                  </a:lnTo>
                  <a:lnTo>
                    <a:pt x="0" y="547311"/>
                  </a:lnTo>
                  <a:lnTo>
                    <a:pt x="1352688" y="547311"/>
                  </a:lnTo>
                  <a:lnTo>
                    <a:pt x="1352688" y="0"/>
                  </a:lnTo>
                  <a:close/>
                </a:path>
              </a:pathLst>
            </a:custGeom>
            <a:solidFill>
              <a:srgbClr val="0B42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9910" y="5310126"/>
              <a:ext cx="1353185" cy="547370"/>
            </a:xfrm>
            <a:custGeom>
              <a:avLst/>
              <a:gdLst/>
              <a:ahLst/>
              <a:cxnLst/>
              <a:rect l="l" t="t" r="r" b="b"/>
              <a:pathLst>
                <a:path w="1353185" h="547370">
                  <a:moveTo>
                    <a:pt x="0" y="0"/>
                  </a:moveTo>
                  <a:lnTo>
                    <a:pt x="1352688" y="0"/>
                  </a:lnTo>
                  <a:lnTo>
                    <a:pt x="1352688" y="547311"/>
                  </a:lnTo>
                  <a:lnTo>
                    <a:pt x="0" y="547311"/>
                  </a:lnTo>
                  <a:lnTo>
                    <a:pt x="0" y="0"/>
                  </a:lnTo>
                  <a:close/>
                </a:path>
              </a:pathLst>
            </a:custGeom>
            <a:ln w="7199">
              <a:solidFill>
                <a:srgbClr val="0B42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6311" y="184790"/>
            <a:ext cx="10601325" cy="5717540"/>
            <a:chOff x="46311" y="184790"/>
            <a:chExt cx="10601325" cy="57175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354" y="184790"/>
              <a:ext cx="10596885" cy="5716931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9910" y="5310126"/>
              <a:ext cx="1353185" cy="547370"/>
            </a:xfrm>
            <a:custGeom>
              <a:avLst/>
              <a:gdLst/>
              <a:ahLst/>
              <a:cxnLst/>
              <a:rect l="l" t="t" r="r" b="b"/>
              <a:pathLst>
                <a:path w="1353185" h="547370">
                  <a:moveTo>
                    <a:pt x="1352688" y="0"/>
                  </a:moveTo>
                  <a:lnTo>
                    <a:pt x="0" y="0"/>
                  </a:lnTo>
                  <a:lnTo>
                    <a:pt x="0" y="547311"/>
                  </a:lnTo>
                  <a:lnTo>
                    <a:pt x="1352688" y="547311"/>
                  </a:lnTo>
                  <a:lnTo>
                    <a:pt x="13526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9910" y="5310126"/>
              <a:ext cx="1353185" cy="547370"/>
            </a:xfrm>
            <a:custGeom>
              <a:avLst/>
              <a:gdLst/>
              <a:ahLst/>
              <a:cxnLst/>
              <a:rect l="l" t="t" r="r" b="b"/>
              <a:pathLst>
                <a:path w="1353185" h="547370">
                  <a:moveTo>
                    <a:pt x="0" y="0"/>
                  </a:moveTo>
                  <a:lnTo>
                    <a:pt x="1352688" y="0"/>
                  </a:lnTo>
                  <a:lnTo>
                    <a:pt x="1352688" y="547311"/>
                  </a:lnTo>
                  <a:lnTo>
                    <a:pt x="0" y="547311"/>
                  </a:lnTo>
                  <a:lnTo>
                    <a:pt x="0" y="0"/>
                  </a:lnTo>
                  <a:close/>
                </a:path>
              </a:pathLst>
            </a:custGeom>
            <a:ln w="71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B4684A2-82FC-4527-BF35-D3FEC7A933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" y="0"/>
            <a:ext cx="10692505" cy="59372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857"/>
            <a:ext cx="10692130" cy="5934710"/>
            <a:chOff x="0" y="857"/>
            <a:chExt cx="10692130" cy="59347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857"/>
              <a:ext cx="10692000" cy="593442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9817" y="5264669"/>
              <a:ext cx="1248410" cy="609600"/>
            </a:xfrm>
            <a:custGeom>
              <a:avLst/>
              <a:gdLst/>
              <a:ahLst/>
              <a:cxnLst/>
              <a:rect l="l" t="t" r="r" b="b"/>
              <a:pathLst>
                <a:path w="1248410" h="609600">
                  <a:moveTo>
                    <a:pt x="1248257" y="0"/>
                  </a:moveTo>
                  <a:lnTo>
                    <a:pt x="0" y="0"/>
                  </a:lnTo>
                  <a:lnTo>
                    <a:pt x="0" y="609277"/>
                  </a:lnTo>
                  <a:lnTo>
                    <a:pt x="1248257" y="609277"/>
                  </a:lnTo>
                  <a:lnTo>
                    <a:pt x="1248257" y="0"/>
                  </a:lnTo>
                  <a:close/>
                </a:path>
              </a:pathLst>
            </a:custGeom>
            <a:solidFill>
              <a:srgbClr val="0B42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9817" y="5264669"/>
              <a:ext cx="1248410" cy="609600"/>
            </a:xfrm>
            <a:custGeom>
              <a:avLst/>
              <a:gdLst/>
              <a:ahLst/>
              <a:cxnLst/>
              <a:rect l="l" t="t" r="r" b="b"/>
              <a:pathLst>
                <a:path w="1248410" h="609600">
                  <a:moveTo>
                    <a:pt x="0" y="0"/>
                  </a:moveTo>
                  <a:lnTo>
                    <a:pt x="1248257" y="0"/>
                  </a:lnTo>
                  <a:lnTo>
                    <a:pt x="1248257" y="609277"/>
                  </a:lnTo>
                  <a:lnTo>
                    <a:pt x="0" y="609277"/>
                  </a:lnTo>
                  <a:lnTo>
                    <a:pt x="0" y="0"/>
                  </a:lnTo>
                  <a:close/>
                </a:path>
              </a:pathLst>
            </a:custGeom>
            <a:ln w="7199">
              <a:solidFill>
                <a:srgbClr val="0B42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6217" y="177866"/>
            <a:ext cx="10530205" cy="5699760"/>
            <a:chOff x="56217" y="177866"/>
            <a:chExt cx="10530205" cy="56997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0081" y="177866"/>
              <a:ext cx="10486277" cy="569171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9816" y="5264669"/>
              <a:ext cx="5426075" cy="609600"/>
            </a:xfrm>
            <a:custGeom>
              <a:avLst/>
              <a:gdLst/>
              <a:ahLst/>
              <a:cxnLst/>
              <a:rect l="l" t="t" r="r" b="b"/>
              <a:pathLst>
                <a:path w="5426075" h="609600">
                  <a:moveTo>
                    <a:pt x="5425650" y="0"/>
                  </a:moveTo>
                  <a:lnTo>
                    <a:pt x="0" y="0"/>
                  </a:lnTo>
                  <a:lnTo>
                    <a:pt x="0" y="609277"/>
                  </a:lnTo>
                  <a:lnTo>
                    <a:pt x="5425650" y="609277"/>
                  </a:lnTo>
                  <a:lnTo>
                    <a:pt x="54256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9816" y="5264669"/>
              <a:ext cx="5426075" cy="609600"/>
            </a:xfrm>
            <a:custGeom>
              <a:avLst/>
              <a:gdLst/>
              <a:ahLst/>
              <a:cxnLst/>
              <a:rect l="l" t="t" r="r" b="b"/>
              <a:pathLst>
                <a:path w="5426075" h="609600">
                  <a:moveTo>
                    <a:pt x="0" y="0"/>
                  </a:moveTo>
                  <a:lnTo>
                    <a:pt x="5425650" y="0"/>
                  </a:lnTo>
                  <a:lnTo>
                    <a:pt x="5425650" y="609277"/>
                  </a:lnTo>
                  <a:lnTo>
                    <a:pt x="0" y="609277"/>
                  </a:lnTo>
                  <a:lnTo>
                    <a:pt x="0" y="0"/>
                  </a:lnTo>
                  <a:close/>
                </a:path>
              </a:pathLst>
            </a:custGeom>
            <a:ln w="71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040"/>
            <a:ext cx="10692130" cy="5934710"/>
            <a:chOff x="0" y="1040"/>
            <a:chExt cx="10692130" cy="59347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040"/>
              <a:ext cx="10692000" cy="593424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9817" y="5264669"/>
              <a:ext cx="1399540" cy="609600"/>
            </a:xfrm>
            <a:custGeom>
              <a:avLst/>
              <a:gdLst/>
              <a:ahLst/>
              <a:cxnLst/>
              <a:rect l="l" t="t" r="r" b="b"/>
              <a:pathLst>
                <a:path w="1399540" h="609600">
                  <a:moveTo>
                    <a:pt x="1399194" y="0"/>
                  </a:moveTo>
                  <a:lnTo>
                    <a:pt x="0" y="0"/>
                  </a:lnTo>
                  <a:lnTo>
                    <a:pt x="0" y="609277"/>
                  </a:lnTo>
                  <a:lnTo>
                    <a:pt x="1399194" y="609277"/>
                  </a:lnTo>
                  <a:lnTo>
                    <a:pt x="1399194" y="0"/>
                  </a:lnTo>
                  <a:close/>
                </a:path>
              </a:pathLst>
            </a:custGeom>
            <a:solidFill>
              <a:srgbClr val="0B42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9817" y="5264669"/>
              <a:ext cx="1399540" cy="609600"/>
            </a:xfrm>
            <a:custGeom>
              <a:avLst/>
              <a:gdLst/>
              <a:ahLst/>
              <a:cxnLst/>
              <a:rect l="l" t="t" r="r" b="b"/>
              <a:pathLst>
                <a:path w="1399540" h="609600">
                  <a:moveTo>
                    <a:pt x="0" y="0"/>
                  </a:moveTo>
                  <a:lnTo>
                    <a:pt x="1399194" y="0"/>
                  </a:lnTo>
                  <a:lnTo>
                    <a:pt x="1399194" y="609277"/>
                  </a:lnTo>
                  <a:lnTo>
                    <a:pt x="0" y="609277"/>
                  </a:lnTo>
                  <a:lnTo>
                    <a:pt x="0" y="0"/>
                  </a:lnTo>
                  <a:close/>
                </a:path>
              </a:pathLst>
            </a:custGeom>
            <a:ln w="7199">
              <a:solidFill>
                <a:srgbClr val="0B42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43" y="4363"/>
            <a:ext cx="10691495" cy="5931535"/>
            <a:chOff x="1043" y="4363"/>
            <a:chExt cx="10691495" cy="59315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3" y="4363"/>
              <a:ext cx="10690956" cy="593092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9816" y="5264669"/>
              <a:ext cx="1279525" cy="609600"/>
            </a:xfrm>
            <a:custGeom>
              <a:avLst/>
              <a:gdLst/>
              <a:ahLst/>
              <a:cxnLst/>
              <a:rect l="l" t="t" r="r" b="b"/>
              <a:pathLst>
                <a:path w="1279525" h="609600">
                  <a:moveTo>
                    <a:pt x="1278911" y="0"/>
                  </a:moveTo>
                  <a:lnTo>
                    <a:pt x="0" y="0"/>
                  </a:lnTo>
                  <a:lnTo>
                    <a:pt x="0" y="609277"/>
                  </a:lnTo>
                  <a:lnTo>
                    <a:pt x="1278911" y="609277"/>
                  </a:lnTo>
                  <a:lnTo>
                    <a:pt x="1278911" y="0"/>
                  </a:lnTo>
                  <a:close/>
                </a:path>
              </a:pathLst>
            </a:custGeom>
            <a:solidFill>
              <a:srgbClr val="3248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9816" y="5264669"/>
              <a:ext cx="1279525" cy="609600"/>
            </a:xfrm>
            <a:custGeom>
              <a:avLst/>
              <a:gdLst/>
              <a:ahLst/>
              <a:cxnLst/>
              <a:rect l="l" t="t" r="r" b="b"/>
              <a:pathLst>
                <a:path w="1279525" h="609600">
                  <a:moveTo>
                    <a:pt x="0" y="0"/>
                  </a:moveTo>
                  <a:lnTo>
                    <a:pt x="1278911" y="0"/>
                  </a:lnTo>
                  <a:lnTo>
                    <a:pt x="1278911" y="609277"/>
                  </a:lnTo>
                  <a:lnTo>
                    <a:pt x="0" y="609277"/>
                  </a:lnTo>
                  <a:lnTo>
                    <a:pt x="0" y="0"/>
                  </a:lnTo>
                  <a:close/>
                </a:path>
              </a:pathLst>
            </a:custGeom>
            <a:ln w="7199">
              <a:solidFill>
                <a:srgbClr val="32485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0692130" cy="5935345"/>
            <a:chOff x="0" y="0"/>
            <a:chExt cx="10692130" cy="593534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0692000" cy="593528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9817" y="5264669"/>
              <a:ext cx="1399540" cy="609600"/>
            </a:xfrm>
            <a:custGeom>
              <a:avLst/>
              <a:gdLst/>
              <a:ahLst/>
              <a:cxnLst/>
              <a:rect l="l" t="t" r="r" b="b"/>
              <a:pathLst>
                <a:path w="1399540" h="609600">
                  <a:moveTo>
                    <a:pt x="1399194" y="0"/>
                  </a:moveTo>
                  <a:lnTo>
                    <a:pt x="0" y="0"/>
                  </a:lnTo>
                  <a:lnTo>
                    <a:pt x="0" y="609277"/>
                  </a:lnTo>
                  <a:lnTo>
                    <a:pt x="1399194" y="609277"/>
                  </a:lnTo>
                  <a:lnTo>
                    <a:pt x="1399194" y="0"/>
                  </a:lnTo>
                  <a:close/>
                </a:path>
              </a:pathLst>
            </a:custGeom>
            <a:solidFill>
              <a:srgbClr val="0B42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9817" y="5264669"/>
              <a:ext cx="1399540" cy="609600"/>
            </a:xfrm>
            <a:custGeom>
              <a:avLst/>
              <a:gdLst/>
              <a:ahLst/>
              <a:cxnLst/>
              <a:rect l="l" t="t" r="r" b="b"/>
              <a:pathLst>
                <a:path w="1399540" h="609600">
                  <a:moveTo>
                    <a:pt x="0" y="0"/>
                  </a:moveTo>
                  <a:lnTo>
                    <a:pt x="1399194" y="0"/>
                  </a:lnTo>
                  <a:lnTo>
                    <a:pt x="1399194" y="609277"/>
                  </a:lnTo>
                  <a:lnTo>
                    <a:pt x="0" y="609277"/>
                  </a:lnTo>
                  <a:lnTo>
                    <a:pt x="0" y="0"/>
                  </a:lnTo>
                  <a:close/>
                </a:path>
              </a:pathLst>
            </a:custGeom>
            <a:ln w="7199">
              <a:solidFill>
                <a:srgbClr val="0B42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97" y="0"/>
            <a:ext cx="10683875" cy="5878830"/>
            <a:chOff x="-97" y="0"/>
            <a:chExt cx="10683875" cy="587883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97" y="0"/>
              <a:ext cx="10683403" cy="587863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9817" y="5264669"/>
              <a:ext cx="1399540" cy="609600"/>
            </a:xfrm>
            <a:custGeom>
              <a:avLst/>
              <a:gdLst/>
              <a:ahLst/>
              <a:cxnLst/>
              <a:rect l="l" t="t" r="r" b="b"/>
              <a:pathLst>
                <a:path w="1399540" h="609600">
                  <a:moveTo>
                    <a:pt x="1399194" y="0"/>
                  </a:moveTo>
                  <a:lnTo>
                    <a:pt x="0" y="0"/>
                  </a:lnTo>
                  <a:lnTo>
                    <a:pt x="0" y="609277"/>
                  </a:lnTo>
                  <a:lnTo>
                    <a:pt x="1399194" y="609277"/>
                  </a:lnTo>
                  <a:lnTo>
                    <a:pt x="139919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9817" y="5264669"/>
              <a:ext cx="1399540" cy="609600"/>
            </a:xfrm>
            <a:custGeom>
              <a:avLst/>
              <a:gdLst/>
              <a:ahLst/>
              <a:cxnLst/>
              <a:rect l="l" t="t" r="r" b="b"/>
              <a:pathLst>
                <a:path w="1399540" h="609600">
                  <a:moveTo>
                    <a:pt x="0" y="0"/>
                  </a:moveTo>
                  <a:lnTo>
                    <a:pt x="1399194" y="0"/>
                  </a:lnTo>
                  <a:lnTo>
                    <a:pt x="1399194" y="609277"/>
                  </a:lnTo>
                  <a:lnTo>
                    <a:pt x="0" y="609277"/>
                  </a:lnTo>
                  <a:lnTo>
                    <a:pt x="0" y="0"/>
                  </a:lnTo>
                  <a:close/>
                </a:path>
              </a:pathLst>
            </a:custGeom>
            <a:ln w="71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Words>0</Words>
  <Application>Microsoft Office PowerPoint</Application>
  <PresentationFormat>Произвольный</PresentationFormat>
  <Paragraphs>0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7" baseType="lpstr"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Безымянный-1</dc:title>
  <dc:creator>Karina Aleksandrovna</dc:creator>
  <cp:lastModifiedBy>RAMMLS</cp:lastModifiedBy>
  <cp:revision>1</cp:revision>
  <dcterms:created xsi:type="dcterms:W3CDTF">2026-03-02T19:40:51Z</dcterms:created>
  <dcterms:modified xsi:type="dcterms:W3CDTF">2026-03-16T10:53:57Z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2026-03-02T00:00:00Z</vt:filetime>
  </property>
  <property fmtid="{D5CDD505-2E9C-101B-9397-08002B2CF9AE}" pid="3" name="Creator">
    <vt:lpwstr>CorelDRAW 2024</vt:lpwstr>
  </property>
  <property fmtid="{D5CDD505-2E9C-101B-9397-08002B2CF9AE}" pid="4" name="LastSaved">
    <vt:filetime>2026-03-02T00:00:00Z</vt:filetime>
  </property>
  <property fmtid="{D5CDD505-2E9C-101B-9397-08002B2CF9AE}" pid="5" name="Producer">
    <vt:lpwstr>Corel PDF Engine Version 25.2.1.313</vt:lpwstr>
  </property>
</Properties>
</file>